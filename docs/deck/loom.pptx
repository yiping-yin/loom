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YIPING YIN  ·  PERSONAL KNOWLEDGE IN THE AI ERA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20116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Loom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3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digital extension of yourself.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living knowledge identity — your learning, projects, work, and AI conversations,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woven into one source-backed self that grows over time and can answer for you.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5989320"/>
            <a:ext cx="2011680" cy="0"/>
          </a:xfrm>
          <a:prstGeom prst="line">
            <a:avLst/>
          </a:prstGeom>
          <a:noFill/>
          <a:ln w="19050">
            <a:solidFill>
              <a:srgbClr val="C8A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62895" y="5852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lose ourselves in fragments.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Years of learning, projects, portfolios, and AI conversations pile up — then scatter across documents, notes, chats, certificates, and platforms.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 every interview, collaboration, application, or introduction means rebuilding your story from scratch — and most of what you know never shows.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80960" y="228600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29800" y="228600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0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342900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3429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chats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829800" y="342900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3429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Certificates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457200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572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829800" y="457200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4572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7729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Loom weaves it into one living identity.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Loom connects your learning journey, projects, experiences, and AI conversations into a single searchable knowledge base — one that </a:t>
            </a:r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E3C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grows with you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claim is source-backed. Over time it becomes a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E3C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personalised AI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that can represent and communicate what you know.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33488" y="1801368"/>
            <a:ext cx="4352544" cy="2472309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/Users/yinyiping/Desktop/Private Wiki/LOOM/docs/images/product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828800"/>
            <a:ext cx="4297680" cy="2417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live reference instance — yiping.loom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· THE VERIFIED DOSSIER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résumé. A source-backed self.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95528" y="1938528"/>
            <a:ext cx="7004304" cy="3963924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pic>
        <p:nvPicPr>
          <p:cNvPr id="5" name="Image 0" descr="/Users/yinyiping/Desktop/Private Wiki/LOOM/docs/images/product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949440" cy="3909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2103120"/>
            <a:ext cx="54864" cy="1097280"/>
          </a:xfrm>
          <a:prstGeom prst="rect">
            <a:avLst/>
          </a:prstGeom>
          <a:solidFill>
            <a:srgbClr val="C8A24A"/>
          </a:solidFill>
          <a:ln/>
        </p:spPr>
      </p:sp>
      <p:sp>
        <p:nvSpPr>
          <p:cNvPr id="7" name="Text 4"/>
          <p:cNvSpPr/>
          <p:nvPr/>
        </p:nvSpPr>
        <p:spPr>
          <a:xfrm>
            <a:off x="836676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Numbered dossier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66760" y="24871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About · Education · Experience · Digital Me — one coherent identity.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38160" y="3474720"/>
            <a:ext cx="54864" cy="1097280"/>
          </a:xfrm>
          <a:prstGeom prst="rect">
            <a:avLst/>
          </a:prstGeom>
          <a:solidFill>
            <a:srgbClr val="C8A24A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claim verified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66760" y="38587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card resolves to a real file: CV, course folders, project artifacts.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38160" y="4846320"/>
            <a:ext cx="54864" cy="1097280"/>
          </a:xfrm>
          <a:prstGeom prst="rect">
            <a:avLst/>
          </a:prstGeom>
          <a:solidFill>
            <a:srgbClr val="C8A24A"/>
          </a:solidFill>
          <a:ln/>
        </p:spPr>
      </p:sp>
      <p:sp>
        <p:nvSpPr>
          <p:cNvPr id="13" name="Text 10"/>
          <p:cNvSpPr/>
          <p:nvPr/>
        </p:nvSpPr>
        <p:spPr>
          <a:xfrm>
            <a:off x="836676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Inspect, don’t trust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66760" y="52303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Visitors open the source behind any statement — proof, not assertion.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27729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· DIGITAL 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my knowledge. Get cited answers.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270248" y="1938528"/>
            <a:ext cx="7415784" cy="4195382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pic>
        <p:nvPicPr>
          <p:cNvPr id="5" name="Image 0" descr="/Users/yinyiping/Desktop/Private Wiki/LOOM/docs/images/product/digital-m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965960"/>
            <a:ext cx="7360920" cy="41405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2148840"/>
            <a:ext cx="54864" cy="1143000"/>
          </a:xfrm>
          <a:prstGeom prst="rect">
            <a:avLst/>
          </a:prstGeom>
          <a:solidFill>
            <a:srgbClr val="C8A24A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Conversational core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25328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Yiping anything — answers drawn only from verified evidence, with citations.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566160"/>
            <a:ext cx="54864" cy="1143000"/>
          </a:xfrm>
          <a:prstGeom prst="rect">
            <a:avLst/>
          </a:prstGeom>
          <a:solidFill>
            <a:srgbClr val="C8A24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39502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Claims mapped to evidence, scored by how strongly the sources back them.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4983480"/>
            <a:ext cx="54864" cy="1143000"/>
          </a:xfrm>
          <a:prstGeom prst="rect">
            <a:avLst/>
          </a:prstGeom>
          <a:solidFill>
            <a:srgbClr val="C8A24A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proof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1560" y="53675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working Beebook market-making terminal embedded as runnable evidence.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27729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· CAPABILITY MADE TANGIBLE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exchange — not a screenshot.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95528" y="1938528"/>
            <a:ext cx="7004304" cy="3963924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pic>
        <p:nvPicPr>
          <p:cNvPr id="5" name="Image 0" descr="/Users/yinyiping/Desktop/Private Wiki/LOOM/docs/images/product/optibook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6949440" cy="3909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21031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Beebook — a self-contained trading terminal inspired by the Optiver &amp; UNSW trading academy — order book, leaderboard, and market-making practice that keeps running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3C5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offline, after the source retires.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3816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C5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098280" y="4270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38160" y="4910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C5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098280" y="5020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38160" y="56601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C5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098280" y="57698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remote calls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27729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6928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AI era, your most valuable asset isn’t your résumé.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your 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3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accumulated knowledge.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Loom helps people preserve it, showcase it, and unlock its value — turning a lifetime of scattered learning into compounding advantage.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27729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Preserve. Connect. Showcase. Represent.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56032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560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Capture sources — docs, slides, notes, certificates, AI chats — into one place.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64992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2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11880" y="2377440"/>
            <a:ext cx="256032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840480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 them into an evidence graph: claims, sources, and the proof between them.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53912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2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377440"/>
            <a:ext cx="256032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Showcase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629400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dossier anyone can inspect — source-backed, never just asserted.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42832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2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89720" y="2377440"/>
            <a:ext cx="256032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1832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183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418320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personalised AI that answers for you, with citations to your real work.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7729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STANDS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Real, today — not a mockup.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2120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01752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 instance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299923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Yiping’s Loom — a full working dossier, public on the web.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2286000"/>
            <a:ext cx="52120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241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854964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contract tests green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49640" y="299923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test-first; every surface pinned by a contract.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52120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389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01752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runtimes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4873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native macOS app and a deployable web app share one core.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4160520"/>
            <a:ext cx="52120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389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854964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source shelves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9640" y="4873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UNSW · QuantNet · WorldQuant · Claude · Optiver — actual archives.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E66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8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future where everyone can build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6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digital extension of themselves.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41248" y="4297680"/>
            <a:ext cx="2194560" cy="0"/>
          </a:xfrm>
          <a:prstGeom prst="line">
            <a:avLst/>
          </a:prstGeom>
          <a:noFill/>
          <a:ln w="19050">
            <a:solidFill>
              <a:srgbClr val="C8A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Yiping Yin</a:t>
            </a:r>
            <a:pPr indent="0" marL="0">
              <a:buNone/>
            </a:pPr>
            <a:r>
              <a:rPr lang="en-US" sz="1800" dirty="0">
                <a:solidFill>
                  <a:srgbClr val="9B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·   building Loom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github.com/Yiping-Yin/loom   ·   linkedin.com/in/yiping-yin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74175" y="5852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66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Loom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Loom — a living knowledge identity</dc:title>
  <dc:subject>PptxGenJS Presentation</dc:subject>
  <dc:creator>Yiping Yin</dc:creator>
  <cp:lastModifiedBy>Yiping Yin</cp:lastModifiedBy>
  <cp:revision>1</cp:revision>
  <dcterms:created xsi:type="dcterms:W3CDTF">2026-06-10T17:21:33Z</dcterms:created>
  <dcterms:modified xsi:type="dcterms:W3CDTF">2026-06-10T17:21:33Z</dcterms:modified>
</cp:coreProperties>
</file>