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80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YIPING YIN  ·  PERSONAL KNOWLEDGE IN THE AI ERA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49808" y="201168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Loom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8AF7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digital extension of yourself.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41248" y="47091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living knowledge identity — your learning, projects, work, and AI conversations,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woven into one source-backed self that grows over time and can answer for you.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41248" y="5989320"/>
            <a:ext cx="2011680" cy="0"/>
          </a:xfrm>
          <a:prstGeom prst="line">
            <a:avLst/>
          </a:prstGeom>
          <a:noFill/>
          <a:ln w="19050">
            <a:solidFill>
              <a:srgbClr val="4BC5D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62895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lose ourselves in fragments.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Years of learning, projects, portfolios, and AI conversations pile up — then scatter across documents, notes, chats, certificates, and platforms.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 every interview, collaboration, application, or introduction means rebuilding your story from scratch — and most of what you know never shows.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80960" y="2286000"/>
            <a:ext cx="1920240" cy="9144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0" y="2286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Documents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829800" y="2286000"/>
            <a:ext cx="1920240" cy="9144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0" y="2286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680960" y="3429000"/>
            <a:ext cx="1920240" cy="9144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0" y="3429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chats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829800" y="3429000"/>
            <a:ext cx="1920240" cy="9144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3429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Certificates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80960" y="4572000"/>
            <a:ext cx="1920240" cy="9144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0" y="4572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Projects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829800" y="4572000"/>
            <a:ext cx="1920240" cy="9144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29800" y="45720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66928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Loom weaves it into one living identity.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Loom connects your learning journey, projects, experiences, and AI conversations into a single searchable knowledge base — one that </a:t>
            </a:r>
            <a:pPr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8AF7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grows with you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42976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claim is source-backed. Over time it becomes a 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8AF7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personalised AI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that can represent and communicate what you know.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33488" y="1801368"/>
            <a:ext cx="4352544" cy="2472309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5000"/>
              </a:srgbClr>
            </a:outerShdw>
          </a:effectLst>
        </p:spPr>
      </p:sp>
      <p:pic>
        <p:nvPicPr>
          <p:cNvPr id="7" name="Image 0" descr="/Users/yinyiping/Desktop/Private Wiki/LOOM/docs/images/product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828800"/>
            <a:ext cx="4297680" cy="241744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60920" y="4343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live reference instance — yiping.loom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7729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· THE VERIFIED DOSSIER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résumé. A source-backed self.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95528" y="1938528"/>
            <a:ext cx="7004304" cy="3963924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5000"/>
              </a:srgbClr>
            </a:outerShdw>
          </a:effectLst>
        </p:spPr>
      </p:sp>
      <p:pic>
        <p:nvPicPr>
          <p:cNvPr id="5" name="Image 0" descr="/Users/yinyiping/Desktop/Private Wiki/LOOM/docs/images/product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6949440" cy="39090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38160" y="2103120"/>
            <a:ext cx="54864" cy="1097280"/>
          </a:xfrm>
          <a:prstGeom prst="rect">
            <a:avLst/>
          </a:prstGeom>
          <a:solidFill>
            <a:srgbClr val="4BC5DE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Numbered dossier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366760" y="248716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About · Education · Experience · Digital Me — one coherent identity.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138160" y="3474720"/>
            <a:ext cx="54864" cy="1097280"/>
          </a:xfrm>
          <a:prstGeom prst="rect">
            <a:avLst/>
          </a:prstGeom>
          <a:solidFill>
            <a:srgbClr val="4BC5DE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claim verified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366760" y="385876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card resolves to a real file: CV, course folders, project artifacts.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38160" y="4846320"/>
            <a:ext cx="54864" cy="1097280"/>
          </a:xfrm>
          <a:prstGeom prst="rect">
            <a:avLst/>
          </a:prstGeom>
          <a:solidFill>
            <a:srgbClr val="4BC5DE"/>
          </a:solidFill>
          <a:ln/>
        </p:spPr>
      </p:sp>
      <p:sp>
        <p:nvSpPr>
          <p:cNvPr id="13" name="Text 10"/>
          <p:cNvSpPr/>
          <p:nvPr/>
        </p:nvSpPr>
        <p:spPr>
          <a:xfrm>
            <a:off x="8366760" y="4846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Inspect, don’t trust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366760" y="523036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Visitors open the source behind any statement — proof, not assertion.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27729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66928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· DIGITAL 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my knowledge. Get cited answers.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270248" y="1938528"/>
            <a:ext cx="7415784" cy="4195382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5000"/>
              </a:srgbClr>
            </a:outerShdw>
          </a:effectLst>
        </p:spPr>
      </p:sp>
      <p:pic>
        <p:nvPicPr>
          <p:cNvPr id="5" name="Image 0" descr="/Users/yinyiping/Desktop/Private Wiki/LOOM/docs/images/product/digital-me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965960"/>
            <a:ext cx="7360920" cy="414051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2148840"/>
            <a:ext cx="54864" cy="1143000"/>
          </a:xfrm>
          <a:prstGeom prst="rect">
            <a:avLst/>
          </a:prstGeom>
          <a:solidFill>
            <a:srgbClr val="4BC5DE"/>
          </a:solidFill>
          <a:ln/>
        </p:spPr>
      </p:sp>
      <p:sp>
        <p:nvSpPr>
          <p:cNvPr id="7" name="Text 4"/>
          <p:cNvSpPr/>
          <p:nvPr/>
        </p:nvSpPr>
        <p:spPr>
          <a:xfrm>
            <a:off x="1051560" y="2148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Conversational core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51560" y="253288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Ask Yiping anything — answers drawn only from verified evidence, with citations.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3566160"/>
            <a:ext cx="54864" cy="1143000"/>
          </a:xfrm>
          <a:prstGeom prst="rect">
            <a:avLst/>
          </a:prstGeom>
          <a:solidFill>
            <a:srgbClr val="4BC5DE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3566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Role OS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51560" y="39502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Claims mapped to evidence, scored by how strongly the sources back them.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4983480"/>
            <a:ext cx="54864" cy="1143000"/>
          </a:xfrm>
          <a:prstGeom prst="rect">
            <a:avLst/>
          </a:prstGeom>
          <a:solidFill>
            <a:srgbClr val="4BC5DE"/>
          </a:solidFill>
          <a:ln/>
        </p:spPr>
      </p:sp>
      <p:sp>
        <p:nvSpPr>
          <p:cNvPr id="13" name="Text 10"/>
          <p:cNvSpPr/>
          <p:nvPr/>
        </p:nvSpPr>
        <p:spPr>
          <a:xfrm>
            <a:off x="1051560" y="4983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proof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51560" y="536752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working QBook market-making terminal embedded as runnable evidence.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27729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66928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 · CAPABILITY MADE TANGIBLE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working exchange — not a screenshot.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95528" y="1938528"/>
            <a:ext cx="7004304" cy="3963924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5000"/>
              </a:srgbClr>
            </a:outerShdw>
          </a:effectLst>
        </p:spPr>
      </p:sp>
      <p:pic>
        <p:nvPicPr>
          <p:cNvPr id="5" name="Image 0" descr="/Users/yinyiping/Desktop/Private Wiki/LOOM/docs/images/product/optibook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6949440" cy="3909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21031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QBook — a self-contained trading terminal inspired by the Optiver &amp; UNSW trading academy — order book, leaderboard, and market-making practice that keeps running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8AF7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offline, after the source retires.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38160" y="4160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CE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098280" y="42702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38160" y="4910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CE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098280" y="50200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instruments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38160" y="56601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CE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098280" y="57698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remote calls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27729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LOOM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AI era, your most valuable asset isn’t your résumé.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It’s your 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8AF7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accumulated knowledge.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Loom helps people preserve it, showcase it, and unlock its value — turning a lifetime of scattered learning into compounding advantage.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27729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LOOM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Preserve. Connect. Showcase. Represent.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2560320" cy="283464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108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51560" y="37033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Capture sources — docs, slides, notes, certificates, AI chats — into one place.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64992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C5D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11880" y="2377440"/>
            <a:ext cx="2560320" cy="283464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84048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40480" y="3108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3840480" y="37033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Link them into an evidence graph: claims, sources, and the proof between them.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153912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C5D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0" y="2377440"/>
            <a:ext cx="2560320" cy="283464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2940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29400" y="3108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6629400" y="37033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dossier anyone can inspect — source-backed, never just asserted.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42832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C5D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89720" y="2377440"/>
            <a:ext cx="2560320" cy="283464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5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1832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418320" y="3108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9418320" y="370332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personalised AI that answers for you, with citations to your real work.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27729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LOOM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STANDS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Real, today — not a mockup.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5212080" cy="16002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4BC5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3017520" y="2560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reference instance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017520" y="2999232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Yiping’s Loom — a full working dossier, public on the web.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2286000"/>
            <a:ext cx="5212080" cy="16002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4BC5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241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8549640" y="2560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contract tests green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49640" y="2999232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Built test-first; every surface pinned by a contract.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160520"/>
            <a:ext cx="5212080" cy="16002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3891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4BC5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301752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runtimes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017520" y="4873752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native macOS app and a deployable web app share one core.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4160520"/>
            <a:ext cx="5212080" cy="1600200"/>
          </a:xfrm>
          <a:prstGeom prst="rect">
            <a:avLst/>
          </a:prstGeom>
          <a:solidFill>
            <a:srgbClr val="181B1E"/>
          </a:solidFill>
          <a:ln w="12700">
            <a:solidFill>
              <a:srgbClr val="2A2F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891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4BC5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854964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 source shelves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549640" y="4873752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UNSW · QuantNet · WorldQuant · Claude · Optiver — actual archives.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27729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666D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LOOM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BC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VISION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828800"/>
            <a:ext cx="10789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future where everyone can build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E7E9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digital extension of themselves.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41248" y="4297680"/>
            <a:ext cx="2194560" cy="0"/>
          </a:xfrm>
          <a:prstGeom prst="line">
            <a:avLst/>
          </a:prstGeom>
          <a:noFill/>
          <a:ln w="19050">
            <a:solidFill>
              <a:srgbClr val="4BC5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9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Yiping Yin</a:t>
            </a:r>
            <a:pPr indent="0" marL="0">
              <a:buNone/>
            </a:pPr>
            <a:r>
              <a:rPr lang="en-US" sz="1800" dirty="0">
                <a:solidFill>
                  <a:srgbClr val="A4A9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building Loom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F7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github.com/Yiping-Yin/loom   ·   linkedin.com/in/yiping-yin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74175" y="58521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666D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Loom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Loom — a living knowledge identity</dc:title>
  <dc:subject>PptxGenJS Presentation</dc:subject>
  <dc:creator>Yiping Yin</dc:creator>
  <cp:lastModifiedBy>Yiping Yin</cp:lastModifiedBy>
  <cp:revision>1</cp:revision>
  <dcterms:created xsi:type="dcterms:W3CDTF">2026-06-12T19:45:49Z</dcterms:created>
  <dcterms:modified xsi:type="dcterms:W3CDTF">2026-06-12T19:45:49Z</dcterms:modified>
</cp:coreProperties>
</file>